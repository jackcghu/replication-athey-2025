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6314C6-1D5A-4846-9391-BA0B672BA128}" v="6" dt="2026-06-04T00:21:07.7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k Chepin" userId="df2f1f972283bbc2" providerId="LiveId" clId="{CA92788F-C1EA-4B14-92BD-8D9CB53927FA}"/>
    <pc:docChg chg="undo custSel delSld modSld">
      <pc:chgData name="Jack Chepin" userId="df2f1f972283bbc2" providerId="LiveId" clId="{CA92788F-C1EA-4B14-92BD-8D9CB53927FA}" dt="2026-06-04T02:04:32.430" v="522" actId="1076"/>
      <pc:docMkLst>
        <pc:docMk/>
      </pc:docMkLst>
      <pc:sldChg chg="modSp mod">
        <pc:chgData name="Jack Chepin" userId="df2f1f972283bbc2" providerId="LiveId" clId="{CA92788F-C1EA-4B14-92BD-8D9CB53927FA}" dt="2026-06-03T06:28:32.746" v="489" actId="20577"/>
        <pc:sldMkLst>
          <pc:docMk/>
          <pc:sldMk cId="0" sldId="256"/>
        </pc:sldMkLst>
        <pc:spChg chg="mod">
          <ac:chgData name="Jack Chepin" userId="df2f1f972283bbc2" providerId="LiveId" clId="{CA92788F-C1EA-4B14-92BD-8D9CB53927FA}" dt="2026-06-03T06:28:32.746" v="489" actId="20577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Jack Chepin" userId="df2f1f972283bbc2" providerId="LiveId" clId="{CA92788F-C1EA-4B14-92BD-8D9CB53927FA}" dt="2026-06-03T02:20:27.387" v="69" actId="20577"/>
        <pc:sldMkLst>
          <pc:docMk/>
          <pc:sldMk cId="0" sldId="257"/>
        </pc:sldMkLst>
        <pc:spChg chg="mod">
          <ac:chgData name="Jack Chepin" userId="df2f1f972283bbc2" providerId="LiveId" clId="{CA92788F-C1EA-4B14-92BD-8D9CB53927FA}" dt="2026-06-03T02:20:27.387" v="69" actId="20577"/>
          <ac:spMkLst>
            <pc:docMk/>
            <pc:sldMk cId="0" sldId="257"/>
            <ac:spMk id="4" creationId="{00000000-0000-0000-0000-000000000000}"/>
          </ac:spMkLst>
        </pc:spChg>
        <pc:spChg chg="mod">
          <ac:chgData name="Jack Chepin" userId="df2f1f972283bbc2" providerId="LiveId" clId="{CA92788F-C1EA-4B14-92BD-8D9CB53927FA}" dt="2026-06-02T17:56:03.804" v="38" actId="1076"/>
          <ac:spMkLst>
            <pc:docMk/>
            <pc:sldMk cId="0" sldId="257"/>
            <ac:spMk id="6" creationId="{00000000-0000-0000-0000-000000000000}"/>
          </ac:spMkLst>
        </pc:spChg>
        <pc:spChg chg="mod">
          <ac:chgData name="Jack Chepin" userId="df2f1f972283bbc2" providerId="LiveId" clId="{CA92788F-C1EA-4B14-92BD-8D9CB53927FA}" dt="2026-06-02T17:56:07.401" v="39" actId="1076"/>
          <ac:spMkLst>
            <pc:docMk/>
            <pc:sldMk cId="0" sldId="257"/>
            <ac:spMk id="7" creationId="{00000000-0000-0000-0000-000000000000}"/>
          </ac:spMkLst>
        </pc:spChg>
        <pc:spChg chg="mod">
          <ac:chgData name="Jack Chepin" userId="df2f1f972283bbc2" providerId="LiveId" clId="{CA92788F-C1EA-4B14-92BD-8D9CB53927FA}" dt="2026-06-02T17:56:15.471" v="40" actId="1076"/>
          <ac:spMkLst>
            <pc:docMk/>
            <pc:sldMk cId="0" sldId="257"/>
            <ac:spMk id="8" creationId="{00000000-0000-0000-0000-000000000000}"/>
          </ac:spMkLst>
        </pc:spChg>
        <pc:spChg chg="mod">
          <ac:chgData name="Jack Chepin" userId="df2f1f972283bbc2" providerId="LiveId" clId="{CA92788F-C1EA-4B14-92BD-8D9CB53927FA}" dt="2026-06-02T17:56:39.523" v="44" actId="1076"/>
          <ac:spMkLst>
            <pc:docMk/>
            <pc:sldMk cId="0" sldId="257"/>
            <ac:spMk id="9" creationId="{00000000-0000-0000-0000-000000000000}"/>
          </ac:spMkLst>
        </pc:spChg>
        <pc:picChg chg="mod">
          <ac:chgData name="Jack Chepin" userId="df2f1f972283bbc2" providerId="LiveId" clId="{CA92788F-C1EA-4B14-92BD-8D9CB53927FA}" dt="2026-06-02T17:56:45.927" v="46" actId="1076"/>
          <ac:picMkLst>
            <pc:docMk/>
            <pc:sldMk cId="0" sldId="257"/>
            <ac:picMk id="14" creationId="{B776EBDB-5E1A-3C38-A745-A9CFF7D1795E}"/>
          </ac:picMkLst>
        </pc:picChg>
      </pc:sldChg>
      <pc:sldChg chg="addSp modSp mod">
        <pc:chgData name="Jack Chepin" userId="df2f1f972283bbc2" providerId="LiveId" clId="{CA92788F-C1EA-4B14-92BD-8D9CB53927FA}" dt="2026-06-04T00:21:11.057" v="505" actId="1076"/>
        <pc:sldMkLst>
          <pc:docMk/>
          <pc:sldMk cId="0" sldId="258"/>
        </pc:sldMkLst>
        <pc:spChg chg="mod">
          <ac:chgData name="Jack Chepin" userId="df2f1f972283bbc2" providerId="LiveId" clId="{CA92788F-C1EA-4B14-92BD-8D9CB53927FA}" dt="2026-06-03T05:59:30.995" v="89" actId="20577"/>
          <ac:spMkLst>
            <pc:docMk/>
            <pc:sldMk cId="0" sldId="258"/>
            <ac:spMk id="7" creationId="{00000000-0000-0000-0000-000000000000}"/>
          </ac:spMkLst>
        </pc:spChg>
        <pc:spChg chg="mod">
          <ac:chgData name="Jack Chepin" userId="df2f1f972283bbc2" providerId="LiveId" clId="{CA92788F-C1EA-4B14-92BD-8D9CB53927FA}" dt="2026-06-03T06:30:55.441" v="492" actId="20577"/>
          <ac:spMkLst>
            <pc:docMk/>
            <pc:sldMk cId="0" sldId="258"/>
            <ac:spMk id="11" creationId="{00000000-0000-0000-0000-000000000000}"/>
          </ac:spMkLst>
        </pc:spChg>
        <pc:picChg chg="add mod">
          <ac:chgData name="Jack Chepin" userId="df2f1f972283bbc2" providerId="LiveId" clId="{CA92788F-C1EA-4B14-92BD-8D9CB53927FA}" dt="2026-06-04T00:16:05.798" v="496" actId="1076"/>
          <ac:picMkLst>
            <pc:docMk/>
            <pc:sldMk cId="0" sldId="258"/>
            <ac:picMk id="15" creationId="{1AA8E5E8-1D0E-FA93-F65F-5D600F999AB0}"/>
          </ac:picMkLst>
        </pc:picChg>
        <pc:picChg chg="add mod">
          <ac:chgData name="Jack Chepin" userId="df2f1f972283bbc2" providerId="LiveId" clId="{CA92788F-C1EA-4B14-92BD-8D9CB53927FA}" dt="2026-06-04T00:21:11.057" v="505" actId="1076"/>
          <ac:picMkLst>
            <pc:docMk/>
            <pc:sldMk cId="0" sldId="258"/>
            <ac:picMk id="16" creationId="{1B04B37C-D3D1-C019-6EAE-A78629E0190F}"/>
          </ac:picMkLst>
        </pc:picChg>
      </pc:sldChg>
      <pc:sldChg chg="delSp modSp mod">
        <pc:chgData name="Jack Chepin" userId="df2f1f972283bbc2" providerId="LiveId" clId="{CA92788F-C1EA-4B14-92BD-8D9CB53927FA}" dt="2026-06-03T06:15:35.265" v="452" actId="20577"/>
        <pc:sldMkLst>
          <pc:docMk/>
          <pc:sldMk cId="0" sldId="259"/>
        </pc:sldMkLst>
        <pc:spChg chg="mod">
          <ac:chgData name="Jack Chepin" userId="df2f1f972283bbc2" providerId="LiveId" clId="{CA92788F-C1EA-4B14-92BD-8D9CB53927FA}" dt="2026-06-02T17:23:01.396" v="25" actId="1076"/>
          <ac:spMkLst>
            <pc:docMk/>
            <pc:sldMk cId="0" sldId="259"/>
            <ac:spMk id="4" creationId="{00000000-0000-0000-0000-000000000000}"/>
          </ac:spMkLst>
        </pc:spChg>
        <pc:spChg chg="mod">
          <ac:chgData name="Jack Chepin" userId="df2f1f972283bbc2" providerId="LiveId" clId="{CA92788F-C1EA-4B14-92BD-8D9CB53927FA}" dt="2026-06-02T17:22:53.890" v="24" actId="1076"/>
          <ac:spMkLst>
            <pc:docMk/>
            <pc:sldMk cId="0" sldId="259"/>
            <ac:spMk id="5" creationId="{00000000-0000-0000-0000-000000000000}"/>
          </ac:spMkLst>
        </pc:spChg>
        <pc:spChg chg="mod">
          <ac:chgData name="Jack Chepin" userId="df2f1f972283bbc2" providerId="LiveId" clId="{CA92788F-C1EA-4B14-92BD-8D9CB53927FA}" dt="2026-06-02T17:23:05.402" v="26" actId="1076"/>
          <ac:spMkLst>
            <pc:docMk/>
            <pc:sldMk cId="0" sldId="259"/>
            <ac:spMk id="6" creationId="{00000000-0000-0000-0000-000000000000}"/>
          </ac:spMkLst>
        </pc:spChg>
        <pc:spChg chg="mod">
          <ac:chgData name="Jack Chepin" userId="df2f1f972283bbc2" providerId="LiveId" clId="{CA92788F-C1EA-4B14-92BD-8D9CB53927FA}" dt="2026-06-03T06:11:14.596" v="205" actId="20577"/>
          <ac:spMkLst>
            <pc:docMk/>
            <pc:sldMk cId="0" sldId="259"/>
            <ac:spMk id="7" creationId="{00000000-0000-0000-0000-000000000000}"/>
          </ac:spMkLst>
        </pc:spChg>
        <pc:spChg chg="mod">
          <ac:chgData name="Jack Chepin" userId="df2f1f972283bbc2" providerId="LiveId" clId="{CA92788F-C1EA-4B14-92BD-8D9CB53927FA}" dt="2026-06-02T17:22:16.841" v="18" actId="1076"/>
          <ac:spMkLst>
            <pc:docMk/>
            <pc:sldMk cId="0" sldId="259"/>
            <ac:spMk id="8" creationId="{00000000-0000-0000-0000-000000000000}"/>
          </ac:spMkLst>
        </pc:spChg>
        <pc:spChg chg="mod">
          <ac:chgData name="Jack Chepin" userId="df2f1f972283bbc2" providerId="LiveId" clId="{CA92788F-C1EA-4B14-92BD-8D9CB53927FA}" dt="2026-06-02T17:22:09.821" v="17" actId="1076"/>
          <ac:spMkLst>
            <pc:docMk/>
            <pc:sldMk cId="0" sldId="259"/>
            <ac:spMk id="9" creationId="{00000000-0000-0000-0000-000000000000}"/>
          </ac:spMkLst>
        </pc:spChg>
        <pc:spChg chg="mod">
          <ac:chgData name="Jack Chepin" userId="df2f1f972283bbc2" providerId="LiveId" clId="{CA92788F-C1EA-4B14-92BD-8D9CB53927FA}" dt="2026-06-03T06:11:30.590" v="219" actId="20577"/>
          <ac:spMkLst>
            <pc:docMk/>
            <pc:sldMk cId="0" sldId="259"/>
            <ac:spMk id="10" creationId="{00000000-0000-0000-0000-000000000000}"/>
          </ac:spMkLst>
        </pc:spChg>
        <pc:spChg chg="mod">
          <ac:chgData name="Jack Chepin" userId="df2f1f972283bbc2" providerId="LiveId" clId="{CA92788F-C1EA-4B14-92BD-8D9CB53927FA}" dt="2026-06-03T06:15:35.265" v="452" actId="20577"/>
          <ac:spMkLst>
            <pc:docMk/>
            <pc:sldMk cId="0" sldId="259"/>
            <ac:spMk id="11" creationId="{00000000-0000-0000-0000-000000000000}"/>
          </ac:spMkLst>
        </pc:spChg>
      </pc:sldChg>
      <pc:sldChg chg="addSp delSp modSp mod">
        <pc:chgData name="Jack Chepin" userId="df2f1f972283bbc2" providerId="LiveId" clId="{CA92788F-C1EA-4B14-92BD-8D9CB53927FA}" dt="2026-06-04T00:17:52.333" v="503" actId="1076"/>
        <pc:sldMkLst>
          <pc:docMk/>
          <pc:sldMk cId="0" sldId="261"/>
        </pc:sldMkLst>
        <pc:spChg chg="mod">
          <ac:chgData name="Jack Chepin" userId="df2f1f972283bbc2" providerId="LiveId" clId="{CA92788F-C1EA-4B14-92BD-8D9CB53927FA}" dt="2026-06-03T06:42:26.984" v="493" actId="1076"/>
          <ac:spMkLst>
            <pc:docMk/>
            <pc:sldMk cId="0" sldId="261"/>
            <ac:spMk id="5" creationId="{00000000-0000-0000-0000-000000000000}"/>
          </ac:spMkLst>
        </pc:spChg>
        <pc:spChg chg="mod">
          <ac:chgData name="Jack Chepin" userId="df2f1f972283bbc2" providerId="LiveId" clId="{CA92788F-C1EA-4B14-92BD-8D9CB53927FA}" dt="2026-06-03T02:50:22.521" v="88" actId="20577"/>
          <ac:spMkLst>
            <pc:docMk/>
            <pc:sldMk cId="0" sldId="261"/>
            <ac:spMk id="8" creationId="{00000000-0000-0000-0000-000000000000}"/>
          </ac:spMkLst>
        </pc:spChg>
        <pc:spChg chg="mod">
          <ac:chgData name="Jack Chepin" userId="df2f1f972283bbc2" providerId="LiveId" clId="{CA92788F-C1EA-4B14-92BD-8D9CB53927FA}" dt="2026-06-03T06:42:32.873" v="494" actId="1076"/>
          <ac:spMkLst>
            <pc:docMk/>
            <pc:sldMk cId="0" sldId="261"/>
            <ac:spMk id="10" creationId="{00000000-0000-0000-0000-000000000000}"/>
          </ac:spMkLst>
        </pc:spChg>
        <pc:picChg chg="add mod">
          <ac:chgData name="Jack Chepin" userId="df2f1f972283bbc2" providerId="LiveId" clId="{CA92788F-C1EA-4B14-92BD-8D9CB53927FA}" dt="2026-06-03T06:17:03.785" v="458" actId="14100"/>
          <ac:picMkLst>
            <pc:docMk/>
            <pc:sldMk cId="0" sldId="261"/>
            <ac:picMk id="17" creationId="{4E07CFDC-EFD7-A147-9830-C152EAF7BE8C}"/>
          </ac:picMkLst>
        </pc:picChg>
        <pc:picChg chg="add del mod">
          <ac:chgData name="Jack Chepin" userId="df2f1f972283bbc2" providerId="LiveId" clId="{CA92788F-C1EA-4B14-92BD-8D9CB53927FA}" dt="2026-06-04T00:17:29.343" v="499" actId="21"/>
          <ac:picMkLst>
            <pc:docMk/>
            <pc:sldMk cId="0" sldId="261"/>
            <ac:picMk id="18" creationId="{B245C6B9-A09A-6B26-D992-AA5007127135}"/>
          </ac:picMkLst>
        </pc:picChg>
        <pc:picChg chg="add mod">
          <ac:chgData name="Jack Chepin" userId="df2f1f972283bbc2" providerId="LiveId" clId="{CA92788F-C1EA-4B14-92BD-8D9CB53927FA}" dt="2026-06-04T00:17:52.333" v="503" actId="1076"/>
          <ac:picMkLst>
            <pc:docMk/>
            <pc:sldMk cId="0" sldId="261"/>
            <ac:picMk id="20" creationId="{7018165F-12F6-3D4A-A1BC-49B7CDFFCCEB}"/>
          </ac:picMkLst>
        </pc:picChg>
      </pc:sldChg>
      <pc:sldChg chg="modSp mod">
        <pc:chgData name="Jack Chepin" userId="df2f1f972283bbc2" providerId="LiveId" clId="{CA92788F-C1EA-4B14-92BD-8D9CB53927FA}" dt="2026-06-03T06:19:02.718" v="468" actId="20577"/>
        <pc:sldMkLst>
          <pc:docMk/>
          <pc:sldMk cId="0" sldId="262"/>
        </pc:sldMkLst>
        <pc:spChg chg="mod">
          <ac:chgData name="Jack Chepin" userId="df2f1f972283bbc2" providerId="LiveId" clId="{CA92788F-C1EA-4B14-92BD-8D9CB53927FA}" dt="2026-06-03T06:19:02.718" v="468" actId="20577"/>
          <ac:spMkLst>
            <pc:docMk/>
            <pc:sldMk cId="0" sldId="262"/>
            <ac:spMk id="5" creationId="{00000000-0000-0000-0000-000000000000}"/>
          </ac:spMkLst>
        </pc:spChg>
        <pc:graphicFrameChg chg="modGraphic">
          <ac:chgData name="Jack Chepin" userId="df2f1f972283bbc2" providerId="LiveId" clId="{CA92788F-C1EA-4B14-92BD-8D9CB53927FA}" dt="2026-06-03T06:18:02.388" v="464" actId="20577"/>
          <ac:graphicFrameMkLst>
            <pc:docMk/>
            <pc:sldMk cId="0" sldId="262"/>
            <ac:graphicFrameMk id="4" creationId="{00000000-0000-0000-0000-000000000000}"/>
          </ac:graphicFrameMkLst>
        </pc:graphicFrameChg>
      </pc:sldChg>
      <pc:sldChg chg="addSp modSp del mod">
        <pc:chgData name="Jack Chepin" userId="df2f1f972283bbc2" providerId="LiveId" clId="{CA92788F-C1EA-4B14-92BD-8D9CB53927FA}" dt="2026-06-03T06:19:29.288" v="469" actId="2696"/>
        <pc:sldMkLst>
          <pc:docMk/>
          <pc:sldMk cId="0" sldId="263"/>
        </pc:sldMkLst>
      </pc:sldChg>
      <pc:sldChg chg="delSp modSp mod">
        <pc:chgData name="Jack Chepin" userId="df2f1f972283bbc2" providerId="LiveId" clId="{CA92788F-C1EA-4B14-92BD-8D9CB53927FA}" dt="2026-06-04T02:04:32.430" v="522" actId="1076"/>
        <pc:sldMkLst>
          <pc:docMk/>
          <pc:sldMk cId="0" sldId="264"/>
        </pc:sldMkLst>
        <pc:spChg chg="mod">
          <ac:chgData name="Jack Chepin" userId="df2f1f972283bbc2" providerId="LiveId" clId="{CA92788F-C1EA-4B14-92BD-8D9CB53927FA}" dt="2026-06-04T02:03:44.849" v="513" actId="1076"/>
          <ac:spMkLst>
            <pc:docMk/>
            <pc:sldMk cId="0" sldId="264"/>
            <ac:spMk id="4" creationId="{00000000-0000-0000-0000-000000000000}"/>
          </ac:spMkLst>
        </pc:spChg>
        <pc:spChg chg="mod">
          <ac:chgData name="Jack Chepin" userId="df2f1f972283bbc2" providerId="LiveId" clId="{CA92788F-C1EA-4B14-92BD-8D9CB53927FA}" dt="2026-06-04T02:03:56.349" v="516" actId="1076"/>
          <ac:spMkLst>
            <pc:docMk/>
            <pc:sldMk cId="0" sldId="264"/>
            <ac:spMk id="5" creationId="{00000000-0000-0000-0000-000000000000}"/>
          </ac:spMkLst>
        </pc:spChg>
        <pc:spChg chg="mod">
          <ac:chgData name="Jack Chepin" userId="df2f1f972283bbc2" providerId="LiveId" clId="{CA92788F-C1EA-4B14-92BD-8D9CB53927FA}" dt="2026-06-04T02:03:53.111" v="515" actId="1076"/>
          <ac:spMkLst>
            <pc:docMk/>
            <pc:sldMk cId="0" sldId="264"/>
            <ac:spMk id="6" creationId="{00000000-0000-0000-0000-000000000000}"/>
          </ac:spMkLst>
        </pc:spChg>
        <pc:spChg chg="mod">
          <ac:chgData name="Jack Chepin" userId="df2f1f972283bbc2" providerId="LiveId" clId="{CA92788F-C1EA-4B14-92BD-8D9CB53927FA}" dt="2026-06-04T02:04:28.945" v="521" actId="1076"/>
          <ac:spMkLst>
            <pc:docMk/>
            <pc:sldMk cId="0" sldId="264"/>
            <ac:spMk id="7" creationId="{00000000-0000-0000-0000-000000000000}"/>
          </ac:spMkLst>
        </pc:spChg>
        <pc:spChg chg="mod">
          <ac:chgData name="Jack Chepin" userId="df2f1f972283bbc2" providerId="LiveId" clId="{CA92788F-C1EA-4B14-92BD-8D9CB53927FA}" dt="2026-06-04T02:04:04.474" v="517" actId="1076"/>
          <ac:spMkLst>
            <pc:docMk/>
            <pc:sldMk cId="0" sldId="264"/>
            <ac:spMk id="8" creationId="{00000000-0000-0000-0000-000000000000}"/>
          </ac:spMkLst>
        </pc:spChg>
        <pc:spChg chg="mod">
          <ac:chgData name="Jack Chepin" userId="df2f1f972283bbc2" providerId="LiveId" clId="{CA92788F-C1EA-4B14-92BD-8D9CB53927FA}" dt="2026-06-04T02:04:10.821" v="518" actId="1076"/>
          <ac:spMkLst>
            <pc:docMk/>
            <pc:sldMk cId="0" sldId="264"/>
            <ac:spMk id="9" creationId="{00000000-0000-0000-0000-000000000000}"/>
          </ac:spMkLst>
        </pc:spChg>
        <pc:spChg chg="mod">
          <ac:chgData name="Jack Chepin" userId="df2f1f972283bbc2" providerId="LiveId" clId="{CA92788F-C1EA-4B14-92BD-8D9CB53927FA}" dt="2026-06-04T02:04:15.604" v="519" actId="107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Jack Chepin" userId="df2f1f972283bbc2" providerId="LiveId" clId="{CA92788F-C1EA-4B14-92BD-8D9CB53927FA}" dt="2026-06-04T02:04:32.430" v="522" actId="1076"/>
          <ac:spMkLst>
            <pc:docMk/>
            <pc:sldMk cId="0" sldId="264"/>
            <ac:spMk id="11" creationId="{00000000-0000-0000-0000-000000000000}"/>
          </ac:spMkLst>
        </pc:spChg>
        <pc:spChg chg="del">
          <ac:chgData name="Jack Chepin" userId="df2f1f972283bbc2" providerId="LiveId" clId="{CA92788F-C1EA-4B14-92BD-8D9CB53927FA}" dt="2026-06-03T02:44:19.388" v="71" actId="21"/>
          <ac:spMkLst>
            <pc:docMk/>
            <pc:sldMk cId="0" sldId="264"/>
            <ac:spMk id="12" creationId="{00000000-0000-0000-0000-000000000000}"/>
          </ac:spMkLst>
        </pc:spChg>
        <pc:spChg chg="del mod">
          <ac:chgData name="Jack Chepin" userId="df2f1f972283bbc2" providerId="LiveId" clId="{CA92788F-C1EA-4B14-92BD-8D9CB53927FA}" dt="2026-06-03T02:44:42.858" v="76"/>
          <ac:spMkLst>
            <pc:docMk/>
            <pc:sldMk cId="0" sldId="264"/>
            <ac:spMk id="13" creationId="{00000000-0000-0000-0000-000000000000}"/>
          </ac:spMkLst>
        </pc:spChg>
        <pc:spChg chg="del">
          <ac:chgData name="Jack Chepin" userId="df2f1f972283bbc2" providerId="LiveId" clId="{CA92788F-C1EA-4B14-92BD-8D9CB53927FA}" dt="2026-06-03T02:44:23.008" v="72" actId="21"/>
          <ac:spMkLst>
            <pc:docMk/>
            <pc:sldMk cId="0" sldId="264"/>
            <ac:spMk id="14" creationId="{00000000-0000-0000-0000-000000000000}"/>
          </ac:spMkLst>
        </pc:spChg>
        <pc:spChg chg="del">
          <ac:chgData name="Jack Chepin" userId="df2f1f972283bbc2" providerId="LiveId" clId="{CA92788F-C1EA-4B14-92BD-8D9CB53927FA}" dt="2026-06-03T02:44:13.268" v="70" actId="21"/>
          <ac:spMkLst>
            <pc:docMk/>
            <pc:sldMk cId="0" sldId="264"/>
            <ac:spMk id="15" creationId="{00000000-0000-0000-0000-000000000000}"/>
          </ac:spMkLst>
        </pc:spChg>
      </pc:sldChg>
      <pc:sldChg chg="delSp mod">
        <pc:chgData name="Jack Chepin" userId="df2f1f972283bbc2" providerId="LiveId" clId="{CA92788F-C1EA-4B14-92BD-8D9CB53927FA}" dt="2026-06-02T17:51:29.241" v="36" actId="21"/>
        <pc:sldMkLst>
          <pc:docMk/>
          <pc:sldMk cId="0" sldId="26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88952" cy="2468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REPLICATION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"Targeted Treatment Assignment Using Data from
Randomized Experiments with Noncompliance"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34640"/>
            <a:ext cx="100584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0" i="0" dirty="0">
                <a:solidFill>
                  <a:srgbClr val="CADCFC"/>
                </a:solidFill>
                <a:latin typeface="Calibri"/>
              </a:rPr>
              <a:t>Susan </a:t>
            </a:r>
            <a:r>
              <a:rPr sz="1500" b="0" i="0" dirty="0">
                <a:solidFill>
                  <a:srgbClr val="CADCFC"/>
                </a:solidFill>
                <a:latin typeface="Calibri"/>
              </a:rPr>
              <a:t>Athey, </a:t>
            </a:r>
            <a:r>
              <a:rPr lang="en-US" sz="1500" b="0" i="0" dirty="0">
                <a:solidFill>
                  <a:srgbClr val="CADCFC"/>
                </a:solidFill>
                <a:latin typeface="Calibri"/>
              </a:rPr>
              <a:t>Kosuke </a:t>
            </a:r>
            <a:r>
              <a:rPr sz="1500" b="0" i="0" dirty="0">
                <a:solidFill>
                  <a:srgbClr val="CADCFC"/>
                </a:solidFill>
                <a:latin typeface="Calibri"/>
              </a:rPr>
              <a:t>Inoue &amp; </a:t>
            </a:r>
            <a:r>
              <a:rPr lang="en-US" sz="1500" b="0" i="0" dirty="0">
                <a:solidFill>
                  <a:srgbClr val="CADCFC"/>
                </a:solidFill>
                <a:latin typeface="Calibri"/>
              </a:rPr>
              <a:t>Yusuke </a:t>
            </a:r>
            <a:r>
              <a:rPr sz="1500" b="0" i="0" dirty="0">
                <a:solidFill>
                  <a:srgbClr val="CADCFC"/>
                </a:solidFill>
                <a:latin typeface="Calibri"/>
              </a:rPr>
              <a:t>Tsugawa  ·  AEA Papers and Proceedings  · 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Replication by Jack Chepin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A99"/>
                </a:solidFill>
                <a:latin typeface="Calibri"/>
              </a:rPr>
              <a:t>GSE 552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1A1A2E"/>
                </a:solidFill>
                <a:latin typeface="Calibri"/>
              </a:rPr>
              <a:t>When a government program has imperfect </a:t>
            </a:r>
            <a:r>
              <a:rPr lang="en-US" sz="2000" b="1" dirty="0">
                <a:solidFill>
                  <a:srgbClr val="1A1A2E"/>
                </a:solidFill>
                <a:latin typeface="Calibri"/>
              </a:rPr>
              <a:t>compliance</a:t>
            </a:r>
            <a:r>
              <a:rPr sz="2000" b="1" i="0" dirty="0">
                <a:solidFill>
                  <a:srgbClr val="1A1A2E"/>
                </a:solidFill>
                <a:latin typeface="Calibri"/>
              </a:rPr>
              <a:t>, who should be offered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6B7A99"/>
                </a:solidFill>
                <a:latin typeface="Calibri"/>
              </a:rPr>
              <a:t>Should we prioritize people most likely to benefit — or most likely to actually enroll?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10287"/>
            <a:ext cx="10972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211887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6B7A99"/>
                </a:solidFill>
                <a:latin typeface="Calibri"/>
              </a:rPr>
              <a:t>Equation (1)  —  Conditional Local Average Treatment Effect (CLATE):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651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 err="1">
                <a:solidFill>
                  <a:srgbClr val="1E2761"/>
                </a:solidFill>
                <a:latin typeface="Calibri"/>
              </a:rPr>
              <a:t>τ_CL</a:t>
            </a:r>
            <a:r>
              <a:rPr sz="2800" b="1" i="0" dirty="0">
                <a:solidFill>
                  <a:srgbClr val="1E2761"/>
                </a:solidFill>
                <a:latin typeface="Calibri"/>
              </a:rPr>
              <a:t>(x)  =  </a:t>
            </a:r>
            <a:r>
              <a:rPr sz="2800" b="1" i="0" dirty="0" err="1">
                <a:solidFill>
                  <a:srgbClr val="1E2761"/>
                </a:solidFill>
                <a:latin typeface="Calibri"/>
              </a:rPr>
              <a:t>τ_Y</a:t>
            </a:r>
            <a:r>
              <a:rPr sz="2800" b="1" i="0" dirty="0">
                <a:solidFill>
                  <a:srgbClr val="1E2761"/>
                </a:solidFill>
                <a:latin typeface="Calibri"/>
              </a:rPr>
              <a:t>(x)  /  </a:t>
            </a:r>
            <a:r>
              <a:rPr sz="2800" b="1" i="0" dirty="0" err="1">
                <a:solidFill>
                  <a:srgbClr val="1E2761"/>
                </a:solidFill>
                <a:latin typeface="Calibri"/>
              </a:rPr>
              <a:t>τ_W</a:t>
            </a:r>
            <a:r>
              <a:rPr sz="2800" b="1" i="0" dirty="0">
                <a:solidFill>
                  <a:srgbClr val="1E2761"/>
                </a:solidFill>
                <a:latin typeface="Calibri"/>
              </a:rPr>
              <a:t>(x)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78303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 err="1">
                <a:solidFill>
                  <a:srgbClr val="6B7A99"/>
                </a:solidFill>
                <a:latin typeface="Calibri"/>
              </a:rPr>
              <a:t>τ_Y</a:t>
            </a:r>
            <a:r>
              <a:rPr sz="1300" b="0" i="0" dirty="0">
                <a:solidFill>
                  <a:srgbClr val="6B7A99"/>
                </a:solidFill>
                <a:latin typeface="Calibri"/>
              </a:rPr>
              <a:t>(x) = Conditional ITT (outcome CATE)       </a:t>
            </a:r>
            <a:r>
              <a:rPr sz="1300" b="0" i="0" dirty="0" err="1">
                <a:solidFill>
                  <a:srgbClr val="6B7A99"/>
                </a:solidFill>
                <a:latin typeface="Calibri"/>
              </a:rPr>
              <a:t>τ_W</a:t>
            </a:r>
            <a:r>
              <a:rPr sz="1300" b="0" i="0" dirty="0">
                <a:solidFill>
                  <a:srgbClr val="6B7A99"/>
                </a:solidFill>
                <a:latin typeface="Calibri"/>
              </a:rPr>
              <a:t>(x) = Compliance CATE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0D9"/>
                </a:solidFill>
                <a:latin typeface="Calibri"/>
              </a:rPr>
              <a:t>Replication targets:  Equation (1)  +  Figure F1 (TOC curve for compliance)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Athey, Inoue &amp; Tsugawa (2025)  ·  Jack Chepin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776EBDB-5E1A-3C38-A745-A9CFF7D179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628" y="3687498"/>
            <a:ext cx="4125172" cy="251204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Estimation Technique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39496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4114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Instrumental Forest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029200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A1A2E"/>
                </a:solidFill>
                <a:latin typeface="Calibri"/>
              </a:rPr>
              <a:t>Estimates the CLATE —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τ_CL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(x) =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τ_Y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(x) /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τ_W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(x)
Jointly estimates numerator and denominator with same weights, giving an apples-to-apples ratio.
Used for: Equation (1)</a:t>
            </a:r>
            <a:endParaRPr lang="en-US" sz="1300" b="0" i="0" dirty="0">
              <a:solidFill>
                <a:srgbClr val="1A1A2E"/>
              </a:solidFill>
              <a:latin typeface="Calibri"/>
            </a:endParaRPr>
          </a:p>
          <a:p>
            <a:pPr algn="l"/>
            <a:endParaRPr lang="en-US" sz="1300" dirty="0">
              <a:solidFill>
                <a:srgbClr val="1A1A2E"/>
              </a:solidFill>
              <a:latin typeface="Calibr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309360" y="1097280"/>
            <a:ext cx="539496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309360" y="1097280"/>
            <a:ext cx="5394960" cy="4114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11556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Causal Forest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00200"/>
            <a:ext cx="502920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A1A2E"/>
                </a:solidFill>
                <a:latin typeface="Calibri"/>
              </a:rPr>
              <a:t>Used for: Figure F1 TOC curve</a:t>
            </a:r>
            <a:endParaRPr lang="en-US" sz="1300" b="0" i="0" dirty="0">
              <a:solidFill>
                <a:srgbClr val="1A1A2E"/>
              </a:solidFill>
              <a:latin typeface="Calibri"/>
            </a:endParaRPr>
          </a:p>
          <a:p>
            <a:pPr algn="l"/>
            <a:endParaRPr lang="en-US" sz="1300" dirty="0">
              <a:solidFill>
                <a:srgbClr val="1A1A2E"/>
              </a:solidFill>
              <a:latin typeface="Calibri"/>
            </a:endParaRPr>
          </a:p>
          <a:p>
            <a:pPr algn="l"/>
            <a:r>
              <a:rPr lang="en-US" sz="1300" b="0" i="0" dirty="0">
                <a:solidFill>
                  <a:srgbClr val="1A1A2E"/>
                </a:solidFill>
                <a:latin typeface="Calibri"/>
              </a:rPr>
              <a:t>Maximize treatment effect heterogeneity</a:t>
            </a:r>
          </a:p>
          <a:p>
            <a:pPr algn="l"/>
            <a:endParaRPr lang="en-US" sz="1300" dirty="0">
              <a:solidFill>
                <a:srgbClr val="1A1A2E"/>
              </a:solidFill>
              <a:latin typeface="Calibri"/>
            </a:endParaRPr>
          </a:p>
          <a:p>
            <a:pPr algn="l"/>
            <a:endParaRPr lang="en-US" sz="1300" dirty="0">
              <a:solidFill>
                <a:srgbClr val="1A1A2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7200" y="4983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1E2761"/>
                </a:solidFill>
                <a:latin typeface="Calibri"/>
              </a:rPr>
              <a:t>Key property: Honest estimation — each prediction never uses its own outcome data (out-of-bag)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Athey, Inoue &amp; Tsugawa (2025)  ·  Jack Chepin</a:t>
            </a:r>
          </a:p>
        </p:txBody>
      </p:sp>
      <p:pic>
        <p:nvPicPr>
          <p:cNvPr id="15" name="Picture 14" descr="figure_f1.png">
            <a:extLst>
              <a:ext uri="{FF2B5EF4-FFF2-40B4-BE49-F238E27FC236}">
                <a16:creationId xmlns:a16="http://schemas.microsoft.com/office/drawing/2014/main" id="{1AA8E5E8-1D0E-FA93-F65F-5D600F999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934" y="2346558"/>
            <a:ext cx="3057726" cy="218409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B04B37C-D3D1-C019-6EAE-A78629E019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0683" y="3218118"/>
            <a:ext cx="2319175" cy="7011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Why This Method Is Needed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607" y="1464098"/>
            <a:ext cx="539496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181879" y="1451610"/>
            <a:ext cx="109728" cy="19202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429000" y="145499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1E2761"/>
                </a:solidFill>
                <a:latin typeface="Calibri"/>
              </a:rPr>
              <a:t>Traditional subgroup analyses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487" y="1714711"/>
            <a:ext cx="5029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2E"/>
                </a:solidFill>
                <a:latin typeface="Calibri"/>
              </a:rPr>
              <a:t>Only test a few groups (age, gender)
— miss complex covariate i</a:t>
            </a:r>
            <a:r>
              <a:rPr lang="en-US" sz="1200" b="0" i="0" dirty="0">
                <a:solidFill>
                  <a:srgbClr val="1A1A2E"/>
                </a:solidFill>
                <a:latin typeface="Calibri"/>
              </a:rPr>
              <a:t>nteractions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1821" y="3909060"/>
            <a:ext cx="539496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02093" y="3909060"/>
            <a:ext cx="109728" cy="19202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94701" y="4063153"/>
            <a:ext cx="5029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300" b="1" i="0" dirty="0">
                <a:solidFill>
                  <a:srgbClr val="1E2761"/>
                </a:solidFill>
                <a:latin typeface="Calibri"/>
              </a:rPr>
              <a:t>Causal Forest</a:t>
            </a:r>
            <a:endParaRPr sz="1300" b="1" i="0" dirty="0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494701" y="4268893"/>
            <a:ext cx="5029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200" dirty="0">
                <a:solidFill>
                  <a:srgbClr val="1A1A2E"/>
                </a:solidFill>
                <a:latin typeface="Calibri"/>
              </a:rPr>
              <a:t>Seeks to make splits maximally different</a:t>
            </a:r>
          </a:p>
          <a:p>
            <a:pPr algn="l"/>
            <a:r>
              <a:rPr lang="en-US" sz="1200" dirty="0">
                <a:solidFill>
                  <a:srgbClr val="1A1A2E"/>
                </a:solidFill>
                <a:latin typeface="Calibri"/>
              </a:rPr>
              <a:t>-Find subgroups where treatment differs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Athey, Inoue &amp; Tsugawa (2025)  ·  Jack Chepin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Data: Oregon Health Insurance Experiment (OHIE)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2008 Medicaid lottery — randomized access for low-income Oregon adults. In-person interviews 1–2 years later.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45920"/>
          <a:ext cx="6858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1A1A2E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Final sample (after exclusions)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12,208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Z  (Instrument)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Lottery eligibility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Mean = 0.522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W  (Treatment)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1A1A2E"/>
                          </a:solidFill>
                          <a:latin typeface="Calibri"/>
                        </a:rPr>
                        <a:t>Medicaid enrollment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Mean = 0.311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Y  (Outcome)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No medical debt (binary)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Mean = 0.453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X  (Covariates)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1A1A2E"/>
                          </a:solidFill>
                          <a:latin typeface="Calibri"/>
                        </a:rPr>
                        <a:t>Pre-treatment characteristics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1A1A2E"/>
                          </a:solidFill>
                          <a:latin typeface="Calibri"/>
                        </a:rPr>
                        <a:t>23 variables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589520" y="1645920"/>
            <a:ext cx="4297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Data Notes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▸  Missing baseline data imputed using missRanger (random forest imputation)</a:t>
            </a:r>
          </a:p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▸  Exclusions: missing treatment/demographics + transgender individuals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Athey, Inoue &amp; Tsugawa (2025)  ·  Jack Chepin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What I Replicated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39496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170432"/>
            <a:ext cx="539496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Equation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447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CADCFC"/>
                </a:solidFill>
                <a:latin typeface="Calibri"/>
              </a:rPr>
              <a:t>CLATE via Instrumental Forest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50292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 err="1">
                <a:solidFill>
                  <a:srgbClr val="1A1A2E"/>
                </a:solidFill>
                <a:latin typeface="Calibri"/>
              </a:rPr>
              <a:t>τ_CL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(x) =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τ_Y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(x) /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τ_W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(x)
Mean </a:t>
            </a:r>
            <a:r>
              <a:rPr lang="en-US" sz="1300" b="0" i="0" dirty="0">
                <a:solidFill>
                  <a:srgbClr val="1A1A2E"/>
                </a:solidFill>
                <a:latin typeface="Calibri"/>
              </a:rPr>
              <a:t>C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LATE for debt ≈ 0.1</a:t>
            </a:r>
            <a:r>
              <a:rPr lang="en-US" sz="1300" b="0" i="0" dirty="0">
                <a:solidFill>
                  <a:srgbClr val="1A1A2E"/>
                </a:solidFill>
                <a:latin typeface="Calibri"/>
              </a:rPr>
              <a:t>25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
Estimated using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instrumental_forest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() in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grf</a:t>
            </a:r>
            <a:endParaRPr sz="1300" b="0" i="0" dirty="0">
              <a:solidFill>
                <a:srgbClr val="1A1A2E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309360" y="1097280"/>
            <a:ext cx="539496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09360" y="1143000"/>
            <a:ext cx="539496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143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Figure 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4447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TOC Curve for Compliance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78308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Targeting Operator Characteristic curve
ranked by estimated compliance CATE
AUTOC = 0.0412 (SE = 0.0068)
Estimated using rank_average_treatment_effect()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394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90D9"/>
                </a:solidFill>
                <a:latin typeface="Calibri"/>
              </a:rPr>
              <a:t>GitHub: github.com/jackcghu/replication-athey-2025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Athey, Inoue &amp; Tsugawa (2025)  ·  Jack Chepin</a:t>
            </a:r>
          </a:p>
        </p:txBody>
      </p:sp>
      <p:pic>
        <p:nvPicPr>
          <p:cNvPr id="17" name="Picture 16" descr="figure_f1.png">
            <a:extLst>
              <a:ext uri="{FF2B5EF4-FFF2-40B4-BE49-F238E27FC236}">
                <a16:creationId xmlns:a16="http://schemas.microsoft.com/office/drawing/2014/main" id="{4E07CFDC-EFD7-A147-9830-C152EAF7B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115" y="2890606"/>
            <a:ext cx="3057726" cy="218409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018165F-12F6-3D4A-A1BC-49B7CDFFC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6016" y="3224272"/>
            <a:ext cx="2319175" cy="7011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Replication 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3074013"/>
              </p:ext>
            </p:extLst>
          </p:nvPr>
        </p:nvGraphicFramePr>
        <p:xfrm>
          <a:off x="1371600" y="1188720"/>
          <a:ext cx="6400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Replicated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Paper (Athey et al. 2025)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761"/>
                          </a:solidFill>
                          <a:latin typeface="Calibri"/>
                        </a:rPr>
                        <a:t>AUTOC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</a:rPr>
                        <a:t>0.0414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Calibri"/>
                        </a:rPr>
                        <a:t>0.04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Calibri"/>
                        </a:rPr>
                        <a:t>6</a:t>
                      </a:r>
                      <a:endParaRPr sz="1400" b="0" dirty="0">
                        <a:solidFill>
                          <a:srgbClr val="1A1A2E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761"/>
                          </a:solidFill>
                          <a:latin typeface="Calibri"/>
                        </a:rPr>
                        <a:t>Standard Error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</a:rPr>
                        <a:t>(0.0087)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Calibri"/>
                        </a:rPr>
                        <a:t>(0.00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Calibri"/>
                        </a:rPr>
                        <a:t>7</a:t>
                      </a:r>
                      <a:r>
                        <a:rPr sz="1400" b="0" dirty="0">
                          <a:solidFill>
                            <a:srgbClr val="1A1A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761"/>
                          </a:solidFill>
                          <a:latin typeface="Calibri"/>
                        </a:rPr>
                        <a:t>Mean CLATE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</a:rPr>
                        <a:t>0.1253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</a:rPr>
                        <a:t>≈ 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761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</a:rPr>
                        <a:t>12,208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Calibri"/>
                        </a:rPr>
                        <a:t>12,208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4160520"/>
            <a:ext cx="9144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4A90D9"/>
                </a:solidFill>
                <a:latin typeface="Calibri"/>
              </a:rPr>
              <a:t>Difference of 0.00</a:t>
            </a:r>
            <a:r>
              <a:rPr lang="en-US" sz="1500" b="1" i="0" dirty="0">
                <a:solidFill>
                  <a:srgbClr val="4A90D9"/>
                </a:solidFill>
                <a:latin typeface="Calibri"/>
              </a:rPr>
              <a:t>46</a:t>
            </a:r>
            <a:r>
              <a:rPr sz="1500" b="1" i="0" dirty="0">
                <a:solidFill>
                  <a:srgbClr val="4A90D9"/>
                </a:solidFill>
                <a:latin typeface="Calibri"/>
              </a:rPr>
              <a:t> in AUTOC — well within sampling variation.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617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A99"/>
                </a:solidFill>
                <a:latin typeface="Calibri"/>
              </a:rPr>
              <a:t>Both results are directionally identical and substantively equivalent to the original paper.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Athey, Inoue &amp; Tsugawa (2025)  ·  Jack Chepin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What Do the Results Mean?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4240953"/>
            <a:ext cx="2011680" cy="13716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2474" y="443484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 dirty="0">
                <a:solidFill>
                  <a:srgbClr val="FFFFFF"/>
                </a:solidFill>
                <a:latin typeface="Calibri"/>
              </a:rPr>
              <a:t>0.041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2474" y="5063913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CADCFC"/>
                </a:solidFill>
                <a:latin typeface="Calibri"/>
              </a:rPr>
              <a:t>AUTOC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4663440"/>
            <a:ext cx="9235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A1A2E"/>
                </a:solidFill>
                <a:latin typeface="Calibri"/>
              </a:rPr>
              <a:t>Targeting high-compliance individuals yields real, meaningful gains
over random assignment when offering Medicaid eligibility.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64497"/>
            <a:ext cx="2011680" cy="13716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2474" y="14732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 dirty="0">
                <a:solidFill>
                  <a:srgbClr val="FFFFFF"/>
                </a:solidFill>
                <a:latin typeface="Calibri"/>
              </a:rPr>
              <a:t>0.125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2474" y="2005753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CADCFC"/>
                </a:solidFill>
                <a:latin typeface="Calibri"/>
              </a:rPr>
              <a:t>Mean CLATE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1571836"/>
            <a:ext cx="9235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A1A2E"/>
                </a:solidFill>
                <a:latin typeface="Calibri"/>
              </a:rPr>
              <a:t>Among people who enrolled because of the lottery, Medicaid reduced
the probability of medical debt by ~13 percentage points.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Athey, Inoue &amp; Tsugawa (2025)  ·  Jack Chepin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Replication 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43000"/>
            <a:ext cx="113385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09728" cy="13258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1.  Missing Data Handling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na.omit() dropped 5,400 rows (12,208 → 6,816). Paper specifies missRanger
imputation in Appendix A.5 — easy to miss, large effect on results.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651760"/>
            <a:ext cx="113385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2651760"/>
            <a:ext cx="109728" cy="13258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743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2.  Variable Name Mapping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1546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Covariates described in prose, not as variable names. Required careful
cross-referencing between dataset columns and paper description.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Athey, Inoue &amp; Tsugawa (2025)  ·  Jack Chepin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029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234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Preprocessing decisions matter as much as estimation decisions — document everything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40280"/>
            <a:ext cx="502920" cy="5029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860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GRF results are highly reproducible when the sample is correctly constructed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91839"/>
            <a:ext cx="502920" cy="5029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3337559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337559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Compliance heterogeneity (τ_W) is more precisely estimated than benefit heterogeneity (τ_CL)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43400"/>
            <a:ext cx="502920" cy="5029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43891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3891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Targeting by compliance is beneficial for both delivery and eligibility decision problems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4864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ADCFC"/>
                </a:solidFill>
                <a:latin typeface="Calibri"/>
              </a:rPr>
              <a:t>AUTOC 0.0414 vs 0.0412  ·  Mean CLATE 0.1253 vs ~0.15  ·  N = 12,208  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Athey, Inoue &amp; Tsugawa (2025)  ·  Jack Chepin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3651</TotalTime>
  <Words>808</Words>
  <Application>Microsoft Office PowerPoint</Application>
  <PresentationFormat>Custom</PresentationFormat>
  <Paragraphs>106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Jack Chepin</dc:creator>
  <cp:keywords/>
  <dc:description>generated using python-pptx</dc:description>
  <cp:lastModifiedBy>Jack Chepin</cp:lastModifiedBy>
  <cp:revision>2</cp:revision>
  <dcterms:created xsi:type="dcterms:W3CDTF">2013-01-27T09:14:16Z</dcterms:created>
  <dcterms:modified xsi:type="dcterms:W3CDTF">2026-06-04T02:04:39Z</dcterms:modified>
  <cp:category/>
</cp:coreProperties>
</file>