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REPLICATION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"Targeted Treatment Assignment Using Data from
Randomized Experiments with Noncompliance"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Athey, Inoue &amp; Tsugawa  ·  AEA Papers and Proceedings  ·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Replication by Jack Chepin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  <a:latin typeface="Calibri"/>
              </a:rPr>
              <a:t>GSE 552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When a government program has imperfect take-up, who should be offered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B7A99"/>
                </a:solidFill>
                <a:latin typeface="Calibri"/>
              </a:rPr>
              <a:t>Should we prioritize people most likely to benefit — or most likely to actually enroll?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0972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  <a:latin typeface="Calibri"/>
              </a:rPr>
              <a:t>Equation (1)  —  Conditional Local Average Treatment Effect (CLATE):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743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Calibri"/>
              </a:rPr>
              <a:t>τ_CL(x)  =  τ_Y(x)  /  τ_W(x)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9"/>
                </a:solidFill>
                <a:latin typeface="Calibri"/>
              </a:rPr>
              <a:t>τ_Y(x) = Conditional ITT (outcome CATE)       τ_W(x) = Compliance 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0D9"/>
                </a:solidFill>
                <a:latin typeface="Calibri"/>
              </a:rPr>
              <a:t>Replication targets:  Equation (1)  +  Figure F1 (TOC curve for compliance)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Estimation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9496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Instrumental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Estimates the CLATE — τ_CL(x) = τ_Y(x) / τ_W(x)
Jointly estimates numerator and denominator with same weights, giving an apples-to-apples ratio.
Used for: Equation (1)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39496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Causal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Estimates compliance CATE — τ_W(x)
Outcome = Medicaid enrollment (W)
Treatment = Lottery eligibility (Z)
Used for: Figure F1 TOC curve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Key property: Honest estimation — each prediction never uses its own outcome data (out-of-bag)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This Method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9728" cy="1920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Traditional subgroup analyses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Only test a few groups (age, gender)
— miss complex covariate interactions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109728" cy="1920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Multiple hypothesis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Running many subgroup tests inflates false positive rates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109728" cy="1920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Noncompliance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947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ITT ≠ treatment effect when take-up is imperfect
— need IV combined with 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9184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291840"/>
            <a:ext cx="109728" cy="1920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Signal-to-noise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947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Compliance CATE is more precisely estimated than CLATE
— targeting by τ_W can outperform targeting by τ_CL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Data: Oregon Health Insurance Experiment (OHIE)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2008 Medicaid lottery — randomized access for low-income Oregon adults. In-person interviews 1–2 years later.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  <a:gridCol w="1554480"/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Final sample (after exclusions)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12,208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Z  (Instrument)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Lottery eligibility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Mean = 0.522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W  (Treatment)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Medicaid enrollment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Mean = 0.311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Y  (Outcome)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No medical debt (binary)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Mean = 0.453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X  (Covariates)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Pre-treatment characteristics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23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64592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Data Notes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▸  Missing baseline data imputed using missRanger (random forest imputation)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alibri"/>
              </a:rPr>
              <a:t>▸  Exclusions: missing treatment/demographics + transgender individuals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 Replicated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94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9496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Equation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CLATE via Instrumental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τ_CL(x) = τ_Y(x) / τ_W(x)
Mean LATE for debt ≈ 0.15
Estimated using instrumental_forest() in grf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394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39496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Figure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TOC Curve for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Targeting Operator Characteristic curve
ranked by estimated compliance CATE
AUTOC = 0.0412 (SE = 0.0068)
Estimated using rank_average_treatment_effect()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  <a:latin typeface="Calibri"/>
              </a:rPr>
              <a:t>GitHub: github.com/jackcghu/replication-athey-2025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Replication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1887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Replicated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Paper (Athey et al. 2025)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761"/>
                          </a:solidFill>
                          <a:latin typeface="Calibri"/>
                        </a:rPr>
                        <a:t>AUTOC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0.0414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0.0412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761"/>
                          </a:solidFill>
                          <a:latin typeface="Calibri"/>
                        </a:rPr>
                        <a:t>Standard Error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(0.0087)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(0.0068)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761"/>
                          </a:solidFill>
                          <a:latin typeface="Calibri"/>
                        </a:rPr>
                        <a:t>Mean CLATE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0.1253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≈ 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761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12,208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12,208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160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0D9"/>
                </a:solidFill>
                <a:latin typeface="Calibri"/>
              </a:rPr>
              <a:t>Difference of 0.0002 in AUTOC — well within sampling variation.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  <a:latin typeface="Calibri"/>
              </a:rPr>
              <a:t>Both results are directionally identical and substantively equivalent to the original paper.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Figure F1: TOC Curve for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ADCFC"/>
                </a:solidFill>
                <a:latin typeface="Calibri"/>
              </a:rPr>
              <a:t>[Insert your figure_f1.png here]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188720"/>
            <a:ext cx="8229600" cy="4114800"/>
          </a:xfrm>
          <a:prstGeom prst="rect">
            <a:avLst/>
          </a:prstGeom>
          <a:solidFill>
            <a:srgbClr val="2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90D9"/>
                </a:solidFill>
                <a:latin typeface="Calibri"/>
              </a:rPr>
              <a:t>AUTOC = 0.0414  (Paper: 0.0412)   ·   SE = 0.0087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A99"/>
                </a:solidFill>
                <a:latin typeface="Calibri"/>
              </a:rPr>
              <a:t>Outcome: Compliance (W)   ·   Treatment: Eligibility (Z)   ·   Ranked by: τ̂_W(X)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Do the Results Mean?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8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0.041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AUTOC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Targeting high-compliance individuals yields real, meaningful gains
over random assignment when offering Medicaid eligibility.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88920"/>
            <a:ext cx="201168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92607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0.125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Mean CLATE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1752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Among people who enrolled because of the lottery, Medicaid reduced
the probability of medical debt by ~13 percentage 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89120"/>
            <a:ext cx="201168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526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−0.066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57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Spearman ρ
(τ_W vs τ_CL)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61772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High-compliance individuals are NOT necessarily those with the highest
benefit — the two dimensions of heterogeneity are largely independent.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Replication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3385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325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1.  Missing Data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na.omit() dropped 5,400 rows (12,208 → 6,816). Paper specifies missRanger
imputation in Appendix A.5 — easy to miss, large effect on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113385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109728" cy="1325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2.  Variable Name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54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Covariates described in prose, not as variable names. Required careful
cross-referencing between dataset columns and paper description.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60520"/>
            <a:ext cx="113385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160520"/>
            <a:ext cx="109728" cy="1325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2519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3.  Row-Length Mismatch 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Re-assigning W and Z from raw data mid-script while X remained filtered
caused a data.frame() error. Fixed by rebuilding all variables in one pipeline.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Preprocessing decisions matter as much as estimation decisions — document everything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GRF results are highly reproducible when the sample is correctly constructed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39"/>
            <a:ext cx="502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3755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3755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Compliance heterogeneity (τ_W) is more precisely estimated than benefit heterogeneity (τ_CL)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43400"/>
            <a:ext cx="502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389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Targeting by compliance is beneficial for both delivery and eligibility decision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6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AUTOC 0.0414 vs 0.0412  ·  Mean CLATE 0.1253 vs ~0.15  ·  N = 12,208 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Athey, Inoue &amp; Tsugawa (2025)  ·  Jack Chepin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